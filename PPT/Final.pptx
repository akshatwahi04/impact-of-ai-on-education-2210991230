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5" r:id="rId12"/>
    <p:sldId id="277" r:id="rId13"/>
    <p:sldId id="289" r:id="rId14"/>
    <p:sldId id="281" r:id="rId15"/>
    <p:sldId id="290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68" r:id="rId2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800" dirty="0"/>
              <a:t>Impact of Artificial Intelligence on Education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                                                           Akshat Wahi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                                                           2210991230     	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Simarjeet Kaur 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2000" dirty="0"/>
              <a:t>AI is transforming traditional education into a personalized system.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IN" sz="2000" dirty="0"/>
              <a:t>Artificial Intelligence (AI) is rapidly transforming modern education by introducing intelligence that can adapt to individual learning needs.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IN" sz="2000" dirty="0"/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/>
              <a:t>Traditional education follows a “one-size-fits-all” method, which often fails to address differences in student learning speed and understanding.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AI enables personalized, adaptive, data-driven learning, allowing students to learn at their own pace.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It also supports teachers by automating repetitive tasks and improving decision-making through data insights.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/>
              <a:t>Traditional education lacks flexibility and fails to address individual learning needs.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US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Uniform teaching methods ignore individual learning differences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Students learn at different speeds, leading to gaps in understanding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Teachers face high workload due to grading, tracking, and administration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Lack of personalization feedback reduces learning efficiency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These challenges highlight the need for an intelligent system that can adapt to diverse learning outcomes.</a:t>
            </a: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3676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139700" lvl="0" algn="just">
              <a:buClr>
                <a:srgbClr val="000000"/>
              </a:buClr>
              <a:buSzPts val="1400"/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endParaRPr lang="en-IN" sz="2000" dirty="0"/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/>
              <a:t>This study evaluates how AI improves learning and teaching.</a:t>
            </a:r>
            <a:endParaRPr lang="en-IN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indent="-317500" algn="just">
              <a:buClr>
                <a:srgbClr val="000000"/>
              </a:buClr>
              <a:buSzPts val="1400"/>
              <a:buFontTx/>
              <a:buChar char="●"/>
            </a:pPr>
            <a:r>
              <a:rPr lang="en-IN" sz="2000" dirty="0"/>
              <a:t>To </a:t>
            </a:r>
            <a:r>
              <a:rPr lang="en-IN" sz="2000" dirty="0" err="1"/>
              <a:t>analyze</a:t>
            </a:r>
            <a:r>
              <a:rPr lang="en-IN" sz="2000" dirty="0"/>
              <a:t> impact of AI on student learning and teaching efficiency 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US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To compare the performance of different AI tools in education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To evaluate both quantitative and qualitative learning outcomes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To identify benefits, limitations, and real-world implications of AI</a:t>
            </a: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3321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2000" dirty="0"/>
              <a:t>Previous studies highlight both benefits and limitations of AI in education.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IN" sz="2000" dirty="0"/>
              <a:t>Recent studies show that AI significantly improves personalized learning by adapting content based on student performance.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US" sz="2000" dirty="0"/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/>
              <a:t>Generative AI tools like ChatGPT enhance engagement and support independent learning. 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US" sz="2000" dirty="0"/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/>
              <a:t>Research also indicates that AI reduces task completion time and increase productivity in academic activities 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IN" sz="2000" dirty="0"/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However, most studies lack long-term validation and are limited to small-scale experiments, indicating the need for deeper analysis.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13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/>
              <a:t>Existing research lacks large-scale and long-term validation.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IN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IN" sz="2000" dirty="0"/>
              <a:t>Limited real-world experimental validation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Lack of long-term impact analysis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No standardized evaluation framework for AI tools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Insufficient focus on ethical and accessible issues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b="0" strike="noStrike" spc="-1" dirty="0">
              <a:solidFill>
                <a:srgbClr val="000000"/>
              </a:solidFill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spc="-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US" sz="2000" spc="-1" dirty="0">
                <a:solidFill>
                  <a:srgbClr val="000000"/>
                </a:solidFill>
                <a:latin typeface="Calibri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spc="-1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study aims to address these gaps by providing a structured and multi-dimensional evaluation. 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6570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Tools Consideration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400"/>
              </a:spcBef>
            </a:pPr>
            <a:r>
              <a:rPr lang="en-US" sz="2000" dirty="0"/>
              <a:t>Different AI tools contribute uniquely to modern education.</a:t>
            </a:r>
          </a:p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IN" sz="2000" dirty="0"/>
              <a:t>ChatGPT – Provides instant explanation, flexible responses, and supports multiple academic tasks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Intelligent Tutoring System (ITS) – Offers structured, step-by-step learning with adaptive feedback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AI Learning Platforms – Provide organized courses, progress tracking, and scalability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Automated Assessment Tools – Enable fast and consistent grading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Each tool contributes differently to the learning ecosystem.</a:t>
            </a: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0543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IN" sz="2000" dirty="0"/>
              <a:t>The study follows a dataset-driven experimental approach: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The same academic tasks were given to all AI tools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Tasks included concept explanation, problem-solving, content generation, and revision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Controlled environment ensures fairness in evaluation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Multiple iterations were performed and results were averaged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The goal was to simulate real academic usage while maintaining consistency.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>
              <a:buClr>
                <a:srgbClr val="000000"/>
              </a:buClr>
              <a:buSzPts val="1400"/>
            </a:pP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94157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Parameters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139700" lvl="0">
              <a:buClr>
                <a:srgbClr val="000000"/>
              </a:buClr>
              <a:buSzPts val="1400"/>
            </a:pPr>
            <a:endParaRPr lang="en-IN" sz="2000" dirty="0"/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/>
              <a:t>Both numerical and qualitative metrics were used for analysis.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IN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Quantitative </a:t>
            </a:r>
          </a:p>
          <a:p>
            <a:pPr marL="914400" lvl="1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Response time </a:t>
            </a:r>
          </a:p>
          <a:p>
            <a:pPr marL="914400" lvl="1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Accuracy </a:t>
            </a:r>
          </a:p>
          <a:p>
            <a:pPr marL="914400" lvl="1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Task completion rate </a:t>
            </a:r>
          </a:p>
          <a:p>
            <a:pPr marL="914400" lvl="1" indent="-317500" algn="just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Qualitative:</a:t>
            </a:r>
          </a:p>
          <a:p>
            <a:pPr marL="914400" lvl="1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Engagement </a:t>
            </a:r>
          </a:p>
          <a:p>
            <a:pPr marL="914400" lvl="1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Usability </a:t>
            </a:r>
          </a:p>
          <a:p>
            <a:pPr marL="914400" lvl="1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Personalization </a:t>
            </a:r>
          </a:p>
          <a:p>
            <a:pPr marL="914400" lvl="1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Clarity of explanation </a:t>
            </a:r>
          </a:p>
          <a:p>
            <a:pPr marL="139700" lvl="0" algn="just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 algn="just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 weighted scoring system was used to ensure balanced evaluation.</a:t>
            </a: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3354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lvl="1">
              <a:spcBef>
                <a:spcPts val="400"/>
              </a:spcBef>
            </a:pPr>
            <a:endParaRPr lang="en-US" sz="2000" dirty="0"/>
          </a:p>
          <a:p>
            <a:pPr lvl="1" algn="just">
              <a:spcBef>
                <a:spcPts val="400"/>
              </a:spcBef>
            </a:pPr>
            <a:r>
              <a:rPr lang="en-US" sz="2000" dirty="0"/>
              <a:t>AI shows measurable improvement in key learning metrics.</a:t>
            </a:r>
          </a:p>
          <a:p>
            <a:pPr lvl="1" algn="just"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</a:rPr>
              <a:t>Improvement in understanding: +26%</a:t>
            </a:r>
          </a:p>
          <a:p>
            <a:pPr marL="800100" lvl="1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</a:rPr>
              <a:t>Task completion rate: + 28%</a:t>
            </a:r>
          </a:p>
          <a:p>
            <a:pPr marL="800100" lvl="1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</a:rPr>
              <a:t>Reduction in study time: -38%</a:t>
            </a:r>
          </a:p>
          <a:p>
            <a:pPr marL="800100" lvl="1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</a:rPr>
              <a:t>Increase in engagement: +50%</a:t>
            </a:r>
          </a:p>
          <a:p>
            <a:pPr marL="800100" lvl="1" indent="-342900" algn="just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000" b="0" strike="noStrike" spc="-1" dirty="0">
              <a:solidFill>
                <a:srgbClr val="000000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400"/>
              </a:spcBef>
            </a:pPr>
            <a:r>
              <a:rPr lang="en-US" sz="2000" dirty="0"/>
              <a:t>These results clearly demonstrate the effectiveness of AI over traditional learning methods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9270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AI on Student Learni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139700" lvl="0">
              <a:buClr>
                <a:srgbClr val="000000"/>
              </a:buClr>
              <a:buSzPts val="1400"/>
            </a:pPr>
            <a:endParaRPr lang="en-US" sz="2000" dirty="0"/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/>
              <a:t>AI enhances the way students understand and learn concepts.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Personalized learning experience based on individual needs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Improves conceptual understanding and long-term retention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Allows students to learn at their own</a:t>
            </a:r>
          </a:p>
          <a:p>
            <a:pPr marL="13970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pace without pressure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Provides instant explanation and </a:t>
            </a:r>
          </a:p>
          <a:p>
            <a:pPr marL="13970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doubt resolution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Encourages independent and self-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directed learning 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BBB3A3-DB7E-1154-F17C-3089617F6B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4649" y="3435213"/>
            <a:ext cx="3895343" cy="29213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5519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Engagement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139700">
              <a:buClr>
                <a:srgbClr val="000000"/>
              </a:buClr>
              <a:buSzPts val="1400"/>
            </a:pPr>
            <a:endParaRPr lang="en-US" sz="2000" b="1" dirty="0"/>
          </a:p>
          <a:p>
            <a:pPr marL="139700">
              <a:buClr>
                <a:srgbClr val="000000"/>
              </a:buClr>
              <a:buSzPts val="1400"/>
            </a:pPr>
            <a:r>
              <a:rPr lang="en-US" sz="2000" dirty="0"/>
              <a:t>AI increases student interest and participation in learning.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Higher engagement through interactive learning methods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Faster task completion improves learning efficiency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Increased motivation by providing instant 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feedback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Encourages continuous learning without 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waiting for teachers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Makes learning more interesting and less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monotonous 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4D5E7E-F171-2EBA-69A2-D9EF063AB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380" y="3337849"/>
            <a:ext cx="3480619" cy="261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443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AI on Teaching Efficiency  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Reduces grading and lesson planning time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Automates repetitive administrative tasks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Provides instant feedback to students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Helps teachers identify weak students 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/>
              <a:t>    quickly</a:t>
            </a:r>
          </a:p>
          <a:p>
            <a:pPr marL="139700" lvl="0">
              <a:buClr>
                <a:srgbClr val="000000"/>
              </a:buClr>
              <a:buSzPts val="1400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Allows teachers to focus more on 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/>
              <a:t>    mentoring and interaction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9247A1-4140-8AA7-87AF-C4828AD6E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174" y="3429000"/>
            <a:ext cx="3902825" cy="29275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1535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/>
              <a:t>AI Impact on Educational Institutions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139700" lvl="0">
              <a:buClr>
                <a:srgbClr val="000000"/>
              </a:buClr>
              <a:buSzPts val="1400"/>
            </a:pPr>
            <a:r>
              <a:rPr lang="en-IN" sz="2000" dirty="0"/>
              <a:t>AI enables institutes to: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Make data-driven decisions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Improve curriculum design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Identify weak students early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Scale education to larger audiences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It transforms education into a more efficient and intelligent system.</a:t>
            </a: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4413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/>
              <a:t>Key Advantages of AI in Education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IN" sz="2000" dirty="0"/>
              <a:t>Personalized  learning tailored to individual needs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Increased efficiency in academic tasks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Improved accessibility for diverse learners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Continuous support and instant feedback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Scalability (can support large number of students)</a:t>
            </a: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75474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/>
              <a:t>Challenges &amp; Limitations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2000" dirty="0"/>
              <a:t>Despite benefits, AI also introduces several challenges.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IN" sz="2000" dirty="0"/>
              <a:t>Data privacy and security concerns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Algorithm bias and fairness issues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Digital divide and accessibility limitations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Risk of over-reliance of AI tools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These challenges must be addressed for responsible implementation.</a:t>
            </a: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1838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Impact of AI in education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2000" dirty="0"/>
              <a:t>AI creates a balanced and efficient learning ecosystem.</a:t>
            </a: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IN" sz="2000" dirty="0"/>
              <a:t>Improves overall learning efficiency and outcomes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Enhances both student engagement and performance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Supports teachers and reduces workload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Enables data-driven decision-making in 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institutions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Best results achieved with AI + human </a:t>
            </a:r>
          </a:p>
          <a:p>
            <a:pPr marL="139700" lvl="0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   collaboration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EBE7FB-74E5-F90D-A474-C6A76FFA11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4724" y="3686697"/>
            <a:ext cx="3559276" cy="26698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0066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IN" sz="2000" dirty="0"/>
              <a:t>AI significantly enhances learning outcomes, teaching efficiency, and institutional performance.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It enables personalized, efficient, and scalable education system.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However, responsible usage and ethical consideration are crucial. </a:t>
            </a:r>
          </a:p>
          <a:p>
            <a:pPr marL="139700" algn="just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algn="just"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The future of education lies in a hybrid model of AI + human intelligence.</a:t>
            </a:r>
          </a:p>
          <a:p>
            <a:pPr marL="139700" algn="just"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algn="just">
              <a:buClr>
                <a:srgbClr val="000000"/>
              </a:buClr>
              <a:buSzPts val="1400"/>
            </a:pPr>
            <a:r>
              <a:rPr lang="en-US" sz="2000" dirty="0"/>
              <a:t>AI is not replacing teachers — it is enhancing human intelligence.</a:t>
            </a: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>
              <a:buClr>
                <a:srgbClr val="000000"/>
              </a:buClr>
              <a:buSzPts val="1400"/>
            </a:pP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47114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IN" sz="2000" dirty="0"/>
              <a:t>Explore advanced AI tools like Gemini and Copilot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/>
              <a:t>Conduct long-term studies on learning outcomes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IN" sz="20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Integrate AI with technologies like VR and AR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20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Improve ethical frameworks and data security</a:t>
            </a: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7323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5" y="2497113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BEA9D1-4707-1CE4-1AF8-0AD924E49C5B}"/>
              </a:ext>
            </a:extLst>
          </p:cNvPr>
          <p:cNvSpPr txBox="1"/>
          <p:nvPr/>
        </p:nvSpPr>
        <p:spPr>
          <a:xfrm>
            <a:off x="2120884" y="3707846"/>
            <a:ext cx="50589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We welcome your questions and feedback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35181</TotalTime>
  <Words>1031</Words>
  <Application>Microsoft Office PowerPoint</Application>
  <PresentationFormat>On-screen Show (4:3)</PresentationFormat>
  <Paragraphs>427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Krishna Raj</cp:lastModifiedBy>
  <cp:revision>2317</cp:revision>
  <dcterms:created xsi:type="dcterms:W3CDTF">2010-04-09T07:36:15Z</dcterms:created>
  <dcterms:modified xsi:type="dcterms:W3CDTF">2026-05-13T07:11:12Z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